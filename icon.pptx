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723"/>
  </p:normalViewPr>
  <p:slideViewPr>
    <p:cSldViewPr snapToGrid="0">
      <p:cViewPr varScale="1">
        <p:scale>
          <a:sx n="120" d="100"/>
          <a:sy n="120" d="100"/>
        </p:scale>
        <p:origin x="184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40E91-F994-23DB-E6DC-31796ABC9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451E52-3B10-8639-7D12-7449E9EC65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0CD89-7610-4A7F-2A5F-AA06606B3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97C0E-BC08-DA43-B65E-E96F6AFD3815}" type="datetimeFigureOut">
              <a:rPr lang="en-CN" smtClean="0"/>
              <a:t>2026/3/20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5F185-5042-0FF3-6276-1FEF25AA7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31381-ABB5-FEF3-A90E-B29F3779D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A459-5EAB-BC45-A8C4-A417900ACF4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22742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1BAF3-16C2-0389-3B65-C23B01C3D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991C8-C517-39D3-01C0-5AEE6123D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BBF50-69BF-3914-B32A-F4B23130D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97C0E-BC08-DA43-B65E-E96F6AFD3815}" type="datetimeFigureOut">
              <a:rPr lang="en-CN" smtClean="0"/>
              <a:t>2026/3/20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CD68D-7BD1-D456-7F05-107D256A0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E87D3-BDCF-EC9D-D33E-EE265AB91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A459-5EAB-BC45-A8C4-A417900ACF4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37101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D94E6-CF91-5AEF-E296-5D0D15ADE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3DA39-8954-DF07-7E6D-28C1A2699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E8883-CBB5-E851-3C98-A2B759A8F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97C0E-BC08-DA43-B65E-E96F6AFD3815}" type="datetimeFigureOut">
              <a:rPr lang="en-CN" smtClean="0"/>
              <a:t>2026/3/20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22250-793A-BFED-16FE-73881F3EA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D6793-3B20-CA3A-D1B7-98A33C72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A459-5EAB-BC45-A8C4-A417900ACF4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70590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C029B-790D-A6ED-D11A-E894BC32C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A3DF4-A1DB-6587-EA53-A4AC61FDB7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5810F5-3D9C-30FD-547A-E80366A19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2BEFA0-09B8-7105-C13D-8DDE412DD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97C0E-BC08-DA43-B65E-E96F6AFD3815}" type="datetimeFigureOut">
              <a:rPr lang="en-CN" smtClean="0"/>
              <a:t>2026/3/20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33627-5BFD-5D51-32B5-3C5B9968B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1F01FE-1628-9C88-FEA3-831BF771F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A459-5EAB-BC45-A8C4-A417900ACF4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7931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C9520-7A34-7B2D-F1BA-1C3D4ECB6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33AE4-D50C-AD4A-B6F6-1CEC7BD58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F219DB-E2E6-6C12-2EED-71E1AC356B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BA6D35-B95D-C824-40A4-9CFC175E9A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2C1AEB-FBE9-536C-A017-7A2A8E84DA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0A01A9-06EE-FFAE-DA5C-9BBA0D045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97C0E-BC08-DA43-B65E-E96F6AFD3815}" type="datetimeFigureOut">
              <a:rPr lang="en-CN" smtClean="0"/>
              <a:t>2026/3/20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D0AB26-B3FA-3252-A138-9DFCC3A6A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277350-3454-751A-FBC6-3095795B2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A459-5EAB-BC45-A8C4-A417900ACF4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62859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D104F-8E8C-AEEB-F5AD-3FA087BC7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72AEDA-9B0A-FE3E-33AC-D233B485A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97C0E-BC08-DA43-B65E-E96F6AFD3815}" type="datetimeFigureOut">
              <a:rPr lang="en-CN" smtClean="0"/>
              <a:t>2026/3/20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5BE3BE-837B-DB22-47AE-D50F5C2E5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31096A-6F7C-B98B-BF62-7B5CAE537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A459-5EAB-BC45-A8C4-A417900ACF4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94430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2B42B4-7479-B18D-37D9-0A17547D9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97C0E-BC08-DA43-B65E-E96F6AFD3815}" type="datetimeFigureOut">
              <a:rPr lang="en-CN" smtClean="0"/>
              <a:t>2026/3/20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690EBF-E797-40DC-9A36-ED43D27CF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6B88F-2D53-FDEE-1795-47767187C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A459-5EAB-BC45-A8C4-A417900ACF4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97966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D88C-3485-9B16-3E40-4F9A60D2D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C7D96-D009-FE39-77D8-273F15E88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1FEEC7-8069-A0D3-01ED-0AB9216C3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6DB796-6CDA-AC3C-8C98-FAF3B0018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97C0E-BC08-DA43-B65E-E96F6AFD3815}" type="datetimeFigureOut">
              <a:rPr lang="en-CN" smtClean="0"/>
              <a:t>2026/3/20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1EDA2-08D2-9395-FB9F-00B39C51B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84B6EA-BD37-6DCB-4650-D51A85488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A459-5EAB-BC45-A8C4-A417900ACF4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74916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C5F12-61CF-F201-5CB7-E65573E9C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2182A4-A091-19CC-5024-B546201512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CE641-BA52-1E5C-44BE-9819D2CD0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0F0BA8-70AC-A00B-BF2A-40B31476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97C0E-BC08-DA43-B65E-E96F6AFD3815}" type="datetimeFigureOut">
              <a:rPr lang="en-CN" smtClean="0"/>
              <a:t>2026/3/20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B711C-B4F2-33D3-C03C-33FD8AF0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EBE7E8-BC17-9AEE-DD61-519076473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A459-5EAB-BC45-A8C4-A417900ACF4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72065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00C69-8D65-0564-8870-2672088AF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D5CA95-1FB0-B28B-CDF6-F24E707A3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5965F-9416-D2F6-8EC3-E13B179DE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97C0E-BC08-DA43-B65E-E96F6AFD3815}" type="datetimeFigureOut">
              <a:rPr lang="en-CN" smtClean="0"/>
              <a:t>2026/3/20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82701-07F9-BE8F-9D8A-C1113DAE8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2E8B9-D186-BA9F-88E4-6DD49DDEC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A459-5EAB-BC45-A8C4-A417900ACF4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20609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6B54FF-C5F3-33C1-545B-8D8B6A79F6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439360-C8FB-04CD-A6DC-B380E8569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C4B2E-DE67-B26F-541A-5C1052465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97C0E-BC08-DA43-B65E-E96F6AFD3815}" type="datetimeFigureOut">
              <a:rPr lang="en-CN" smtClean="0"/>
              <a:t>2026/3/20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BCA95-D2CC-8324-8C1F-38E814996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1D196-4D89-A0B7-BD78-17D3B01D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A459-5EAB-BC45-A8C4-A417900ACF4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82989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F95E18-B346-4434-DFCF-491899FDE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148AA-5F19-FED5-5968-797034A2A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9CAAA-6186-0654-9073-217453CE2A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97C0E-BC08-DA43-B65E-E96F6AFD3815}" type="datetimeFigureOut">
              <a:rPr lang="en-CN" smtClean="0"/>
              <a:t>2026/3/20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FF712-8D28-316F-6606-A4403C823F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2EA03-190F-33FF-30C4-95DDCE63E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13A459-5EAB-BC45-A8C4-A417900ACF4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35342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822AE15F-DB77-E1D9-F495-D4377B1F4985}"/>
              </a:ext>
            </a:extLst>
          </p:cNvPr>
          <p:cNvGrpSpPr/>
          <p:nvPr/>
        </p:nvGrpSpPr>
        <p:grpSpPr>
          <a:xfrm>
            <a:off x="3276930" y="1275692"/>
            <a:ext cx="3565463" cy="3547029"/>
            <a:chOff x="3276930" y="1275692"/>
            <a:chExt cx="3565463" cy="3547029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0A9B5AE-B448-1867-8EB2-B876BAF1C6C3}"/>
                </a:ext>
              </a:extLst>
            </p:cNvPr>
            <p:cNvCxnSpPr>
              <a:cxnSpLocks/>
            </p:cNvCxnSpPr>
            <p:nvPr/>
          </p:nvCxnSpPr>
          <p:spPr>
            <a:xfrm>
              <a:off x="5068163" y="1275692"/>
              <a:ext cx="0" cy="607346"/>
            </a:xfrm>
            <a:prstGeom prst="line">
              <a:avLst/>
            </a:prstGeom>
            <a:ln w="1270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413FA0E8-0F53-F72D-128B-3DC365BF60EC}"/>
                </a:ext>
              </a:extLst>
            </p:cNvPr>
            <p:cNvSpPr/>
            <p:nvPr/>
          </p:nvSpPr>
          <p:spPr>
            <a:xfrm>
              <a:off x="3415731" y="1394713"/>
              <a:ext cx="3307747" cy="3307743"/>
            </a:xfrm>
            <a:prstGeom prst="arc">
              <a:avLst>
                <a:gd name="adj1" fmla="val 19532836"/>
                <a:gd name="adj2" fmla="val 21292385"/>
              </a:avLst>
            </a:prstGeom>
            <a:ln w="190500">
              <a:headEnd type="triangle" w="sm" len="sm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294BA156-6C6D-1F48-2AE6-50ECCAC82678}"/>
                </a:ext>
              </a:extLst>
            </p:cNvPr>
            <p:cNvSpPr/>
            <p:nvPr/>
          </p:nvSpPr>
          <p:spPr>
            <a:xfrm>
              <a:off x="3415731" y="1394713"/>
              <a:ext cx="3307747" cy="3307743"/>
            </a:xfrm>
            <a:prstGeom prst="arc">
              <a:avLst>
                <a:gd name="adj1" fmla="val 16519288"/>
                <a:gd name="adj2" fmla="val 19431110"/>
              </a:avLst>
            </a:prstGeom>
            <a:ln w="190500"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13D1438-CD65-267D-03FA-4F008507123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580603" y="2746353"/>
              <a:ext cx="0" cy="607346"/>
            </a:xfrm>
            <a:prstGeom prst="line">
              <a:avLst/>
            </a:prstGeom>
            <a:ln w="1270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FC948BE-6EF0-E08A-CAD3-F29A5999D2F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538720" y="2746353"/>
              <a:ext cx="0" cy="607346"/>
            </a:xfrm>
            <a:prstGeom prst="line">
              <a:avLst/>
            </a:prstGeom>
            <a:ln w="1270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C66078F-314D-78D7-BDF2-6B710302C2CB}"/>
                </a:ext>
              </a:extLst>
            </p:cNvPr>
            <p:cNvCxnSpPr>
              <a:cxnSpLocks/>
            </p:cNvCxnSpPr>
            <p:nvPr/>
          </p:nvCxnSpPr>
          <p:spPr>
            <a:xfrm>
              <a:off x="5068161" y="4215375"/>
              <a:ext cx="0" cy="607346"/>
            </a:xfrm>
            <a:prstGeom prst="line">
              <a:avLst/>
            </a:prstGeom>
            <a:ln w="1270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1B93CE4-5550-CEEF-B3CD-F8D0E8524E6E}"/>
                </a:ext>
              </a:extLst>
            </p:cNvPr>
            <p:cNvGrpSpPr/>
            <p:nvPr/>
          </p:nvGrpSpPr>
          <p:grpSpPr>
            <a:xfrm>
              <a:off x="4821412" y="1952496"/>
              <a:ext cx="496756" cy="1344478"/>
              <a:chOff x="4762120" y="2642761"/>
              <a:chExt cx="176872" cy="478703"/>
            </a:xfrm>
          </p:grpSpPr>
          <p:sp>
            <p:nvSpPr>
              <p:cNvPr id="27" name="Triangle 26">
                <a:extLst>
                  <a:ext uri="{FF2B5EF4-FFF2-40B4-BE49-F238E27FC236}">
                    <a16:creationId xmlns:a16="http://schemas.microsoft.com/office/drawing/2014/main" id="{6C665F01-A057-9C8C-97F0-43DB106D186C}"/>
                  </a:ext>
                </a:extLst>
              </p:cNvPr>
              <p:cNvSpPr/>
              <p:nvPr/>
            </p:nvSpPr>
            <p:spPr>
              <a:xfrm flipH="1">
                <a:off x="4809993" y="2642761"/>
                <a:ext cx="81828" cy="290905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7532EB2A-C5D3-15F7-C2CF-13B9A5516DE8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4762120" y="2944592"/>
                <a:ext cx="176872" cy="176872"/>
              </a:xfrm>
              <a:prstGeom prst="ellipse">
                <a:avLst/>
              </a:prstGeom>
              <a:noFill/>
              <a:ln w="2540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</p:grpSp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1377ECEE-9824-0F1B-BE63-17855519AA4D}"/>
                </a:ext>
              </a:extLst>
            </p:cNvPr>
            <p:cNvSpPr/>
            <p:nvPr/>
          </p:nvSpPr>
          <p:spPr>
            <a:xfrm>
              <a:off x="3415730" y="1402015"/>
              <a:ext cx="3307748" cy="3307742"/>
            </a:xfrm>
            <a:prstGeom prst="arc">
              <a:avLst>
                <a:gd name="adj1" fmla="val 338305"/>
                <a:gd name="adj2" fmla="val 5061783"/>
              </a:avLst>
            </a:prstGeom>
            <a:ln w="19050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958147C3-5C3D-2C7C-FBB5-78AC5DE5A1FE}"/>
                </a:ext>
              </a:extLst>
            </p:cNvPr>
            <p:cNvSpPr/>
            <p:nvPr/>
          </p:nvSpPr>
          <p:spPr>
            <a:xfrm>
              <a:off x="3415731" y="1394711"/>
              <a:ext cx="3307748" cy="3307742"/>
            </a:xfrm>
            <a:prstGeom prst="arc">
              <a:avLst>
                <a:gd name="adj1" fmla="val 11166444"/>
                <a:gd name="adj2" fmla="val 15847559"/>
              </a:avLst>
            </a:prstGeom>
            <a:ln w="19050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617EDA17-E9AB-5FD6-BC66-E8CB04637528}"/>
                </a:ext>
              </a:extLst>
            </p:cNvPr>
            <p:cNvSpPr/>
            <p:nvPr/>
          </p:nvSpPr>
          <p:spPr>
            <a:xfrm>
              <a:off x="3415731" y="1402015"/>
              <a:ext cx="3307748" cy="3307742"/>
            </a:xfrm>
            <a:prstGeom prst="arc">
              <a:avLst>
                <a:gd name="adj1" fmla="val 5749977"/>
                <a:gd name="adj2" fmla="val 10473021"/>
              </a:avLst>
            </a:prstGeom>
            <a:ln w="19050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7A2536DA-A338-852A-482A-418A7A3AB953}"/>
                </a:ext>
              </a:extLst>
            </p:cNvPr>
            <p:cNvSpPr/>
            <p:nvPr/>
          </p:nvSpPr>
          <p:spPr>
            <a:xfrm>
              <a:off x="3812866" y="1782389"/>
              <a:ext cx="2511734" cy="2511728"/>
            </a:xfrm>
            <a:prstGeom prst="arc">
              <a:avLst>
                <a:gd name="adj1" fmla="val 16596530"/>
                <a:gd name="adj2" fmla="val 21245922"/>
              </a:avLst>
            </a:prstGeom>
            <a:ln w="254000">
              <a:prstDash val="soli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50794EC1-F8F6-5AC3-1D7A-B7856DE2ADEC}"/>
                </a:ext>
              </a:extLst>
            </p:cNvPr>
            <p:cNvSpPr/>
            <p:nvPr/>
          </p:nvSpPr>
          <p:spPr>
            <a:xfrm>
              <a:off x="3812866" y="1789691"/>
              <a:ext cx="2511734" cy="2511728"/>
            </a:xfrm>
            <a:prstGeom prst="arc">
              <a:avLst>
                <a:gd name="adj1" fmla="val 446138"/>
                <a:gd name="adj2" fmla="val 4994059"/>
              </a:avLst>
            </a:prstGeom>
            <a:ln w="25400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6" name="Arc 45">
              <a:extLst>
                <a:ext uri="{FF2B5EF4-FFF2-40B4-BE49-F238E27FC236}">
                  <a16:creationId xmlns:a16="http://schemas.microsoft.com/office/drawing/2014/main" id="{017DE063-BAF0-67A0-43D2-F3FDC19A369E}"/>
                </a:ext>
              </a:extLst>
            </p:cNvPr>
            <p:cNvSpPr/>
            <p:nvPr/>
          </p:nvSpPr>
          <p:spPr>
            <a:xfrm>
              <a:off x="3812867" y="1782387"/>
              <a:ext cx="2511734" cy="2511728"/>
            </a:xfrm>
            <a:prstGeom prst="arc">
              <a:avLst>
                <a:gd name="adj1" fmla="val 11203751"/>
                <a:gd name="adj2" fmla="val 15752589"/>
              </a:avLst>
            </a:prstGeom>
            <a:ln w="2540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7" name="Arc 46">
              <a:extLst>
                <a:ext uri="{FF2B5EF4-FFF2-40B4-BE49-F238E27FC236}">
                  <a16:creationId xmlns:a16="http://schemas.microsoft.com/office/drawing/2014/main" id="{8C576D4D-70A2-2F71-97F2-0C8007004B5B}"/>
                </a:ext>
              </a:extLst>
            </p:cNvPr>
            <p:cNvSpPr/>
            <p:nvPr/>
          </p:nvSpPr>
          <p:spPr>
            <a:xfrm>
              <a:off x="3812867" y="1789691"/>
              <a:ext cx="2511734" cy="2511728"/>
            </a:xfrm>
            <a:prstGeom prst="arc">
              <a:avLst>
                <a:gd name="adj1" fmla="val 5812141"/>
                <a:gd name="adj2" fmla="val 10342677"/>
              </a:avLst>
            </a:prstGeom>
            <a:ln w="25400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52" name="Triangle 51">
            <a:extLst>
              <a:ext uri="{FF2B5EF4-FFF2-40B4-BE49-F238E27FC236}">
                <a16:creationId xmlns:a16="http://schemas.microsoft.com/office/drawing/2014/main" id="{2F9B37A1-6F5A-CF49-C981-D644D1A17100}"/>
              </a:ext>
            </a:extLst>
          </p:cNvPr>
          <p:cNvSpPr/>
          <p:nvPr/>
        </p:nvSpPr>
        <p:spPr>
          <a:xfrm rot="7413782" flipH="1">
            <a:off x="5520899" y="3042189"/>
            <a:ext cx="229819" cy="817032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14150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B538B-FB25-1272-AB28-FEDC1679F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F1C504F-AFF3-DBA4-0AF9-E0A88F2061E0}"/>
              </a:ext>
            </a:extLst>
          </p:cNvPr>
          <p:cNvGrpSpPr/>
          <p:nvPr/>
        </p:nvGrpSpPr>
        <p:grpSpPr>
          <a:xfrm>
            <a:off x="1343958" y="1275692"/>
            <a:ext cx="3565463" cy="3547029"/>
            <a:chOff x="3276930" y="1275692"/>
            <a:chExt cx="3565463" cy="3547029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08B9E64F-1963-1809-4472-853D01CFEAD8}"/>
                </a:ext>
              </a:extLst>
            </p:cNvPr>
            <p:cNvGrpSpPr/>
            <p:nvPr/>
          </p:nvGrpSpPr>
          <p:grpSpPr>
            <a:xfrm>
              <a:off x="3276930" y="1275692"/>
              <a:ext cx="3565463" cy="3547029"/>
              <a:chOff x="3276930" y="1275692"/>
              <a:chExt cx="3565463" cy="3547029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660179E4-D04A-AFCB-9B3F-76CC2C2149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68163" y="1275692"/>
                <a:ext cx="0" cy="607346"/>
              </a:xfrm>
              <a:prstGeom prst="line">
                <a:avLst/>
              </a:prstGeom>
              <a:ln w="1270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Arc 14">
                <a:extLst>
                  <a:ext uri="{FF2B5EF4-FFF2-40B4-BE49-F238E27FC236}">
                    <a16:creationId xmlns:a16="http://schemas.microsoft.com/office/drawing/2014/main" id="{DF43249B-88EE-5288-ADB4-B3F23445BAAB}"/>
                  </a:ext>
                </a:extLst>
              </p:cNvPr>
              <p:cNvSpPr/>
              <p:nvPr/>
            </p:nvSpPr>
            <p:spPr>
              <a:xfrm>
                <a:off x="3415731" y="1394713"/>
                <a:ext cx="3307747" cy="3307743"/>
              </a:xfrm>
              <a:prstGeom prst="arc">
                <a:avLst>
                  <a:gd name="adj1" fmla="val 19532836"/>
                  <a:gd name="adj2" fmla="val 21292385"/>
                </a:avLst>
              </a:prstGeom>
              <a:ln w="190500">
                <a:headEnd type="triangle" w="sm" len="sm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2E31E533-999D-7667-9866-BB70E487D52E}"/>
                  </a:ext>
                </a:extLst>
              </p:cNvPr>
              <p:cNvSpPr/>
              <p:nvPr/>
            </p:nvSpPr>
            <p:spPr>
              <a:xfrm>
                <a:off x="3415731" y="1394713"/>
                <a:ext cx="3307747" cy="3307743"/>
              </a:xfrm>
              <a:prstGeom prst="arc">
                <a:avLst>
                  <a:gd name="adj1" fmla="val 16519288"/>
                  <a:gd name="adj2" fmla="val 19431110"/>
                </a:avLst>
              </a:prstGeom>
              <a:ln w="190500"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C074E182-BE7F-BCB2-BFB4-5B8911CA583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580603" y="2746353"/>
                <a:ext cx="0" cy="607346"/>
              </a:xfrm>
              <a:prstGeom prst="line">
                <a:avLst/>
              </a:prstGeom>
              <a:ln w="1270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CA0E9E38-7136-412A-1B40-C999BEF4309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6538720" y="2746353"/>
                <a:ext cx="0" cy="607346"/>
              </a:xfrm>
              <a:prstGeom prst="line">
                <a:avLst/>
              </a:prstGeom>
              <a:ln w="1270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723A93CB-1B5A-0345-5640-568F33D703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68161" y="4215375"/>
                <a:ext cx="0" cy="607346"/>
              </a:xfrm>
              <a:prstGeom prst="line">
                <a:avLst/>
              </a:prstGeom>
              <a:ln w="1270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D0B85485-88D3-820F-6B53-E44ABF8B3836}"/>
                  </a:ext>
                </a:extLst>
              </p:cNvPr>
              <p:cNvGrpSpPr/>
              <p:nvPr/>
            </p:nvGrpSpPr>
            <p:grpSpPr>
              <a:xfrm>
                <a:off x="4821412" y="1952496"/>
                <a:ext cx="496756" cy="1344478"/>
                <a:chOff x="4762120" y="2642761"/>
                <a:chExt cx="176872" cy="478703"/>
              </a:xfrm>
            </p:grpSpPr>
            <p:sp>
              <p:nvSpPr>
                <p:cNvPr id="27" name="Triangle 26">
                  <a:extLst>
                    <a:ext uri="{FF2B5EF4-FFF2-40B4-BE49-F238E27FC236}">
                      <a16:creationId xmlns:a16="http://schemas.microsoft.com/office/drawing/2014/main" id="{271CF248-3897-A0CE-A411-76F0092EB745}"/>
                    </a:ext>
                  </a:extLst>
                </p:cNvPr>
                <p:cNvSpPr/>
                <p:nvPr/>
              </p:nvSpPr>
              <p:spPr>
                <a:xfrm flipH="1">
                  <a:off x="4809993" y="2642761"/>
                  <a:ext cx="81828" cy="290905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/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7D279958-76D9-1BC3-9D4D-1E3CAA1F0EF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flipV="1">
                  <a:off x="4762120" y="2944592"/>
                  <a:ext cx="176872" cy="176872"/>
                </a:xfrm>
                <a:prstGeom prst="ellipse">
                  <a:avLst/>
                </a:prstGeom>
                <a:noFill/>
                <a:ln w="2540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/>
                </a:p>
              </p:txBody>
            </p:sp>
          </p:grpSp>
          <p:sp>
            <p:nvSpPr>
              <p:cNvPr id="36" name="Arc 35">
                <a:extLst>
                  <a:ext uri="{FF2B5EF4-FFF2-40B4-BE49-F238E27FC236}">
                    <a16:creationId xmlns:a16="http://schemas.microsoft.com/office/drawing/2014/main" id="{5B7249D9-1005-E7F9-5E97-5AB18D64D975}"/>
                  </a:ext>
                </a:extLst>
              </p:cNvPr>
              <p:cNvSpPr/>
              <p:nvPr/>
            </p:nvSpPr>
            <p:spPr>
              <a:xfrm>
                <a:off x="3415730" y="1402015"/>
                <a:ext cx="3307748" cy="3307742"/>
              </a:xfrm>
              <a:prstGeom prst="arc">
                <a:avLst>
                  <a:gd name="adj1" fmla="val 338305"/>
                  <a:gd name="adj2" fmla="val 5061783"/>
                </a:avLst>
              </a:prstGeom>
              <a:ln w="190500"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37" name="Arc 36">
                <a:extLst>
                  <a:ext uri="{FF2B5EF4-FFF2-40B4-BE49-F238E27FC236}">
                    <a16:creationId xmlns:a16="http://schemas.microsoft.com/office/drawing/2014/main" id="{385B5760-A030-D483-C580-2B81F7F45C37}"/>
                  </a:ext>
                </a:extLst>
              </p:cNvPr>
              <p:cNvSpPr/>
              <p:nvPr/>
            </p:nvSpPr>
            <p:spPr>
              <a:xfrm>
                <a:off x="3415731" y="1394711"/>
                <a:ext cx="3307748" cy="3307742"/>
              </a:xfrm>
              <a:prstGeom prst="arc">
                <a:avLst>
                  <a:gd name="adj1" fmla="val 11166444"/>
                  <a:gd name="adj2" fmla="val 15847559"/>
                </a:avLst>
              </a:prstGeom>
              <a:ln w="190500"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38" name="Arc 37">
                <a:extLst>
                  <a:ext uri="{FF2B5EF4-FFF2-40B4-BE49-F238E27FC236}">
                    <a16:creationId xmlns:a16="http://schemas.microsoft.com/office/drawing/2014/main" id="{28123AF2-45D3-FD42-BC8E-FF9D2412274C}"/>
                  </a:ext>
                </a:extLst>
              </p:cNvPr>
              <p:cNvSpPr/>
              <p:nvPr/>
            </p:nvSpPr>
            <p:spPr>
              <a:xfrm>
                <a:off x="3415731" y="1402015"/>
                <a:ext cx="3307748" cy="3307742"/>
              </a:xfrm>
              <a:prstGeom prst="arc">
                <a:avLst>
                  <a:gd name="adj1" fmla="val 5749977"/>
                  <a:gd name="adj2" fmla="val 10473021"/>
                </a:avLst>
              </a:prstGeom>
              <a:ln w="190500"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44" name="Arc 43">
                <a:extLst>
                  <a:ext uri="{FF2B5EF4-FFF2-40B4-BE49-F238E27FC236}">
                    <a16:creationId xmlns:a16="http://schemas.microsoft.com/office/drawing/2014/main" id="{D5C7DF5D-8F58-5CC3-1886-A1104CBC2DC2}"/>
                  </a:ext>
                </a:extLst>
              </p:cNvPr>
              <p:cNvSpPr/>
              <p:nvPr/>
            </p:nvSpPr>
            <p:spPr>
              <a:xfrm>
                <a:off x="3812866" y="1782389"/>
                <a:ext cx="2511734" cy="2511728"/>
              </a:xfrm>
              <a:prstGeom prst="arc">
                <a:avLst>
                  <a:gd name="adj1" fmla="val 16596530"/>
                  <a:gd name="adj2" fmla="val 21245922"/>
                </a:avLst>
              </a:prstGeom>
              <a:ln w="254000">
                <a:prstDash val="soli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04AAD63C-E9E0-068C-2C9D-C8BA91B6D3B6}"/>
                  </a:ext>
                </a:extLst>
              </p:cNvPr>
              <p:cNvSpPr/>
              <p:nvPr/>
            </p:nvSpPr>
            <p:spPr>
              <a:xfrm>
                <a:off x="3812866" y="1789691"/>
                <a:ext cx="2511734" cy="2511728"/>
              </a:xfrm>
              <a:prstGeom prst="arc">
                <a:avLst>
                  <a:gd name="adj1" fmla="val 446138"/>
                  <a:gd name="adj2" fmla="val 4994059"/>
                </a:avLst>
              </a:prstGeom>
              <a:ln w="254000"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B5D13B56-7728-F84F-CE55-7DFF34426EA8}"/>
                  </a:ext>
                </a:extLst>
              </p:cNvPr>
              <p:cNvSpPr/>
              <p:nvPr/>
            </p:nvSpPr>
            <p:spPr>
              <a:xfrm>
                <a:off x="3812867" y="1782387"/>
                <a:ext cx="2511734" cy="2511728"/>
              </a:xfrm>
              <a:prstGeom prst="arc">
                <a:avLst>
                  <a:gd name="adj1" fmla="val 11203751"/>
                  <a:gd name="adj2" fmla="val 15752589"/>
                </a:avLst>
              </a:prstGeom>
              <a:ln w="2540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47" name="Arc 46">
                <a:extLst>
                  <a:ext uri="{FF2B5EF4-FFF2-40B4-BE49-F238E27FC236}">
                    <a16:creationId xmlns:a16="http://schemas.microsoft.com/office/drawing/2014/main" id="{70C637C7-11A7-DD3F-324F-5D0A65906182}"/>
                  </a:ext>
                </a:extLst>
              </p:cNvPr>
              <p:cNvSpPr/>
              <p:nvPr/>
            </p:nvSpPr>
            <p:spPr>
              <a:xfrm>
                <a:off x="3812867" y="1789691"/>
                <a:ext cx="2511734" cy="2511728"/>
              </a:xfrm>
              <a:prstGeom prst="arc">
                <a:avLst>
                  <a:gd name="adj1" fmla="val 5812141"/>
                  <a:gd name="adj2" fmla="val 10342677"/>
                </a:avLst>
              </a:prstGeom>
              <a:ln w="254000"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</p:grpSp>
        <p:sp>
          <p:nvSpPr>
            <p:cNvPr id="52" name="Triangle 51">
              <a:extLst>
                <a:ext uri="{FF2B5EF4-FFF2-40B4-BE49-F238E27FC236}">
                  <a16:creationId xmlns:a16="http://schemas.microsoft.com/office/drawing/2014/main" id="{DF63CE63-5E91-BC48-EC17-E95934C0A53F}"/>
                </a:ext>
              </a:extLst>
            </p:cNvPr>
            <p:cNvSpPr/>
            <p:nvPr/>
          </p:nvSpPr>
          <p:spPr>
            <a:xfrm rot="7413782" flipH="1">
              <a:off x="5520899" y="3042189"/>
              <a:ext cx="229819" cy="817032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C78189D-9672-B294-3435-1A8C13A1AD29}"/>
              </a:ext>
            </a:extLst>
          </p:cNvPr>
          <p:cNvGrpSpPr/>
          <p:nvPr/>
        </p:nvGrpSpPr>
        <p:grpSpPr>
          <a:xfrm>
            <a:off x="6390520" y="1275692"/>
            <a:ext cx="3565463" cy="3547029"/>
            <a:chOff x="3276930" y="1275692"/>
            <a:chExt cx="3565463" cy="354702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048A484-ED7E-8F88-B1DC-309C609573CE}"/>
                </a:ext>
              </a:extLst>
            </p:cNvPr>
            <p:cNvGrpSpPr/>
            <p:nvPr/>
          </p:nvGrpSpPr>
          <p:grpSpPr>
            <a:xfrm>
              <a:off x="3276930" y="1275692"/>
              <a:ext cx="3565463" cy="3547029"/>
              <a:chOff x="3276930" y="1275692"/>
              <a:chExt cx="3565463" cy="3547029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98719259-D332-9864-DB28-8BD6BF19CD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68163" y="1275692"/>
                <a:ext cx="0" cy="607346"/>
              </a:xfrm>
              <a:prstGeom prst="line">
                <a:avLst/>
              </a:prstGeom>
              <a:ln w="1270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Arc 6">
                <a:extLst>
                  <a:ext uri="{FF2B5EF4-FFF2-40B4-BE49-F238E27FC236}">
                    <a16:creationId xmlns:a16="http://schemas.microsoft.com/office/drawing/2014/main" id="{3186AD80-EB52-5733-71B8-3EC42FFA0F20}"/>
                  </a:ext>
                </a:extLst>
              </p:cNvPr>
              <p:cNvSpPr/>
              <p:nvPr/>
            </p:nvSpPr>
            <p:spPr>
              <a:xfrm>
                <a:off x="3415731" y="1394713"/>
                <a:ext cx="3307747" cy="3307743"/>
              </a:xfrm>
              <a:prstGeom prst="arc">
                <a:avLst>
                  <a:gd name="adj1" fmla="val 19532836"/>
                  <a:gd name="adj2" fmla="val 21292385"/>
                </a:avLst>
              </a:prstGeom>
              <a:ln w="190500">
                <a:headEnd type="triangle" w="sm" len="sm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8" name="Arc 7">
                <a:extLst>
                  <a:ext uri="{FF2B5EF4-FFF2-40B4-BE49-F238E27FC236}">
                    <a16:creationId xmlns:a16="http://schemas.microsoft.com/office/drawing/2014/main" id="{5D7D8A42-3EE1-98C3-573E-76C484D63459}"/>
                  </a:ext>
                </a:extLst>
              </p:cNvPr>
              <p:cNvSpPr/>
              <p:nvPr/>
            </p:nvSpPr>
            <p:spPr>
              <a:xfrm>
                <a:off x="3415731" y="1394713"/>
                <a:ext cx="3307747" cy="3307743"/>
              </a:xfrm>
              <a:prstGeom prst="arc">
                <a:avLst>
                  <a:gd name="adj1" fmla="val 16519288"/>
                  <a:gd name="adj2" fmla="val 19431110"/>
                </a:avLst>
              </a:prstGeom>
              <a:ln w="190500"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7595B4FC-E794-5151-E856-7816EE05B36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580603" y="2746353"/>
                <a:ext cx="0" cy="607346"/>
              </a:xfrm>
              <a:prstGeom prst="line">
                <a:avLst/>
              </a:prstGeom>
              <a:ln w="1270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FD97B20D-5021-32C0-7447-DAE94A5832C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6538720" y="2746353"/>
                <a:ext cx="0" cy="607346"/>
              </a:xfrm>
              <a:prstGeom prst="line">
                <a:avLst/>
              </a:prstGeom>
              <a:ln w="1270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D5DEE35-8D8E-9458-A120-4041493F27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68161" y="4215375"/>
                <a:ext cx="0" cy="607346"/>
              </a:xfrm>
              <a:prstGeom prst="line">
                <a:avLst/>
              </a:prstGeom>
              <a:ln w="1270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8E7F8EE2-FBB2-AA62-48C8-F7DF9667DE8A}"/>
                  </a:ext>
                </a:extLst>
              </p:cNvPr>
              <p:cNvGrpSpPr/>
              <p:nvPr/>
            </p:nvGrpSpPr>
            <p:grpSpPr>
              <a:xfrm>
                <a:off x="4821412" y="1952496"/>
                <a:ext cx="496756" cy="1344478"/>
                <a:chOff x="4762120" y="2642761"/>
                <a:chExt cx="176872" cy="478703"/>
              </a:xfrm>
            </p:grpSpPr>
            <p:sp>
              <p:nvSpPr>
                <p:cNvPr id="25" name="Triangle 24">
                  <a:extLst>
                    <a:ext uri="{FF2B5EF4-FFF2-40B4-BE49-F238E27FC236}">
                      <a16:creationId xmlns:a16="http://schemas.microsoft.com/office/drawing/2014/main" id="{F14B0323-0C9F-AEE6-31E9-259B22303D9C}"/>
                    </a:ext>
                  </a:extLst>
                </p:cNvPr>
                <p:cNvSpPr/>
                <p:nvPr/>
              </p:nvSpPr>
              <p:spPr>
                <a:xfrm flipH="1">
                  <a:off x="4793549" y="2642761"/>
                  <a:ext cx="114716" cy="290905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/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7844BE03-3F0C-5162-4A7C-8458D543A4C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flipV="1">
                  <a:off x="4762120" y="2944592"/>
                  <a:ext cx="176872" cy="176872"/>
                </a:xfrm>
                <a:prstGeom prst="ellipse">
                  <a:avLst/>
                </a:prstGeom>
                <a:noFill/>
                <a:ln w="2540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/>
                </a:p>
              </p:txBody>
            </p:sp>
          </p:grpSp>
          <p:sp>
            <p:nvSpPr>
              <p:cNvPr id="14" name="Arc 13">
                <a:extLst>
                  <a:ext uri="{FF2B5EF4-FFF2-40B4-BE49-F238E27FC236}">
                    <a16:creationId xmlns:a16="http://schemas.microsoft.com/office/drawing/2014/main" id="{D7999FC9-8C78-609B-B14F-EDF4120ED330}"/>
                  </a:ext>
                </a:extLst>
              </p:cNvPr>
              <p:cNvSpPr/>
              <p:nvPr/>
            </p:nvSpPr>
            <p:spPr>
              <a:xfrm>
                <a:off x="3415730" y="1402015"/>
                <a:ext cx="3307748" cy="3307742"/>
              </a:xfrm>
              <a:prstGeom prst="arc">
                <a:avLst>
                  <a:gd name="adj1" fmla="val 338305"/>
                  <a:gd name="adj2" fmla="val 5061783"/>
                </a:avLst>
              </a:prstGeom>
              <a:ln w="190500"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046E698F-4A2C-601D-6990-55AA50FD1315}"/>
                  </a:ext>
                </a:extLst>
              </p:cNvPr>
              <p:cNvSpPr/>
              <p:nvPr/>
            </p:nvSpPr>
            <p:spPr>
              <a:xfrm>
                <a:off x="3415731" y="1394711"/>
                <a:ext cx="3307748" cy="3307742"/>
              </a:xfrm>
              <a:prstGeom prst="arc">
                <a:avLst>
                  <a:gd name="adj1" fmla="val 11166444"/>
                  <a:gd name="adj2" fmla="val 15847559"/>
                </a:avLst>
              </a:prstGeom>
              <a:ln w="190500"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C72224AA-B1BB-EEE7-908A-78F1523B61FB}"/>
                  </a:ext>
                </a:extLst>
              </p:cNvPr>
              <p:cNvSpPr/>
              <p:nvPr/>
            </p:nvSpPr>
            <p:spPr>
              <a:xfrm>
                <a:off x="3415731" y="1402015"/>
                <a:ext cx="3307748" cy="3307742"/>
              </a:xfrm>
              <a:prstGeom prst="arc">
                <a:avLst>
                  <a:gd name="adj1" fmla="val 5749977"/>
                  <a:gd name="adj2" fmla="val 10473021"/>
                </a:avLst>
              </a:prstGeom>
              <a:ln w="190500"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</p:grpSp>
        <p:sp>
          <p:nvSpPr>
            <p:cNvPr id="5" name="Triangle 4">
              <a:extLst>
                <a:ext uri="{FF2B5EF4-FFF2-40B4-BE49-F238E27FC236}">
                  <a16:creationId xmlns:a16="http://schemas.microsoft.com/office/drawing/2014/main" id="{D1BA5FD2-2141-F630-5B9E-51D61CC1EA2B}"/>
                </a:ext>
              </a:extLst>
            </p:cNvPr>
            <p:cNvSpPr/>
            <p:nvPr/>
          </p:nvSpPr>
          <p:spPr>
            <a:xfrm rot="7413782" flipH="1">
              <a:off x="5520899" y="3042189"/>
              <a:ext cx="229819" cy="817032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</p:spTree>
    <p:extLst>
      <p:ext uri="{BB962C8B-B14F-4D97-AF65-F5344CB8AC3E}">
        <p14:creationId xmlns:p14="http://schemas.microsoft.com/office/powerpoint/2010/main" val="1154100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5D560-B64C-4285-23D4-B8E7DF50F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8414842-0268-C69B-A646-6C4332EC4ACE}"/>
              </a:ext>
            </a:extLst>
          </p:cNvPr>
          <p:cNvSpPr/>
          <p:nvPr/>
        </p:nvSpPr>
        <p:spPr>
          <a:xfrm>
            <a:off x="143133" y="787174"/>
            <a:ext cx="4525702" cy="452570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29700FE-6F1E-D8A4-256F-2F23BE9DD539}"/>
              </a:ext>
            </a:extLst>
          </p:cNvPr>
          <p:cNvSpPr/>
          <p:nvPr/>
        </p:nvSpPr>
        <p:spPr>
          <a:xfrm>
            <a:off x="258880" y="908782"/>
            <a:ext cx="4294208" cy="429420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A92D70A-D2C2-F69A-4451-E1E7B5D2A1C6}"/>
              </a:ext>
            </a:extLst>
          </p:cNvPr>
          <p:cNvGrpSpPr/>
          <p:nvPr/>
        </p:nvGrpSpPr>
        <p:grpSpPr>
          <a:xfrm>
            <a:off x="574412" y="1208457"/>
            <a:ext cx="3646145" cy="3694946"/>
            <a:chOff x="3236589" y="1208457"/>
            <a:chExt cx="3646145" cy="3694946"/>
          </a:xfrm>
        </p:grpSpPr>
        <p:sp>
          <p:nvSpPr>
            <p:cNvPr id="52" name="Triangle 51">
              <a:extLst>
                <a:ext uri="{FF2B5EF4-FFF2-40B4-BE49-F238E27FC236}">
                  <a16:creationId xmlns:a16="http://schemas.microsoft.com/office/drawing/2014/main" id="{52C51597-4911-9E40-6560-D631854E336A}"/>
                </a:ext>
              </a:extLst>
            </p:cNvPr>
            <p:cNvSpPr/>
            <p:nvPr/>
          </p:nvSpPr>
          <p:spPr>
            <a:xfrm rot="7413782" flipH="1">
              <a:off x="5520899" y="3042189"/>
              <a:ext cx="229819" cy="817032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7EA54243-ED98-6A74-5E67-3D7D3488DBFB}"/>
                </a:ext>
              </a:extLst>
            </p:cNvPr>
            <p:cNvGrpSpPr/>
            <p:nvPr/>
          </p:nvGrpSpPr>
          <p:grpSpPr>
            <a:xfrm>
              <a:off x="3236589" y="1208457"/>
              <a:ext cx="3646145" cy="3694946"/>
              <a:chOff x="3236589" y="1208457"/>
              <a:chExt cx="3646145" cy="3694946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59EF609A-B313-C27A-5087-BD94733862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68163" y="1208457"/>
                <a:ext cx="0" cy="607346"/>
              </a:xfrm>
              <a:prstGeom prst="line">
                <a:avLst/>
              </a:prstGeom>
              <a:ln w="25400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Arc 14">
                <a:extLst>
                  <a:ext uri="{FF2B5EF4-FFF2-40B4-BE49-F238E27FC236}">
                    <a16:creationId xmlns:a16="http://schemas.microsoft.com/office/drawing/2014/main" id="{B619AC87-2529-DAFD-96FE-ADD7B9D64DB7}"/>
                  </a:ext>
                </a:extLst>
              </p:cNvPr>
              <p:cNvSpPr/>
              <p:nvPr/>
            </p:nvSpPr>
            <p:spPr>
              <a:xfrm>
                <a:off x="3415731" y="1394713"/>
                <a:ext cx="3307747" cy="3307743"/>
              </a:xfrm>
              <a:prstGeom prst="arc">
                <a:avLst>
                  <a:gd name="adj1" fmla="val 463130"/>
                  <a:gd name="adj2" fmla="val 4746303"/>
                </a:avLst>
              </a:prstGeom>
              <a:ln w="381000">
                <a:headEnd type="triangle" w="sm" len="sm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9D2E4346-BE94-A5AE-F8DB-729633F10434}"/>
                  </a:ext>
                </a:extLst>
              </p:cNvPr>
              <p:cNvSpPr/>
              <p:nvPr/>
            </p:nvSpPr>
            <p:spPr>
              <a:xfrm>
                <a:off x="3415731" y="1394713"/>
                <a:ext cx="3307747" cy="3307743"/>
              </a:xfrm>
              <a:prstGeom prst="arc">
                <a:avLst>
                  <a:gd name="adj1" fmla="val 16871246"/>
                  <a:gd name="adj2" fmla="val 21036614"/>
                </a:avLst>
              </a:prstGeom>
              <a:ln w="3810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E62F4B90-9C03-F734-6209-B52F50BCA71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540262" y="2746353"/>
                <a:ext cx="0" cy="607346"/>
              </a:xfrm>
              <a:prstGeom prst="line">
                <a:avLst/>
              </a:prstGeom>
              <a:ln w="25400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EE4EB70-C0F2-5B14-B079-41ACDA5C903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6579061" y="2746353"/>
                <a:ext cx="0" cy="607346"/>
              </a:xfrm>
              <a:prstGeom prst="line">
                <a:avLst/>
              </a:prstGeom>
              <a:ln w="25400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7A88C663-EB72-444E-981A-04D407491C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68161" y="4296057"/>
                <a:ext cx="0" cy="607346"/>
              </a:xfrm>
              <a:prstGeom prst="line">
                <a:avLst/>
              </a:prstGeom>
              <a:ln w="25400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234ABDCF-469C-B9F7-B8F1-59E55DC430F6}"/>
                  </a:ext>
                </a:extLst>
              </p:cNvPr>
              <p:cNvGrpSpPr/>
              <p:nvPr/>
            </p:nvGrpSpPr>
            <p:grpSpPr>
              <a:xfrm>
                <a:off x="4821412" y="1952496"/>
                <a:ext cx="496756" cy="1344478"/>
                <a:chOff x="4762120" y="2642761"/>
                <a:chExt cx="176872" cy="478703"/>
              </a:xfrm>
            </p:grpSpPr>
            <p:sp>
              <p:nvSpPr>
                <p:cNvPr id="27" name="Triangle 26">
                  <a:extLst>
                    <a:ext uri="{FF2B5EF4-FFF2-40B4-BE49-F238E27FC236}">
                      <a16:creationId xmlns:a16="http://schemas.microsoft.com/office/drawing/2014/main" id="{066397DF-50A4-B0C9-CEE2-685B18A86CC4}"/>
                    </a:ext>
                  </a:extLst>
                </p:cNvPr>
                <p:cNvSpPr/>
                <p:nvPr/>
              </p:nvSpPr>
              <p:spPr>
                <a:xfrm flipH="1">
                  <a:off x="4809993" y="2642761"/>
                  <a:ext cx="81828" cy="290905"/>
                </a:xfrm>
                <a:prstGeom prst="triangl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/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22CD6F29-3EAE-0706-8484-1434E52CB97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flipV="1">
                  <a:off x="4762120" y="2944592"/>
                  <a:ext cx="176872" cy="176872"/>
                </a:xfrm>
                <a:prstGeom prst="ellipse">
                  <a:avLst/>
                </a:prstGeom>
                <a:noFill/>
                <a:ln w="25400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/>
                </a:p>
              </p:txBody>
            </p:sp>
          </p:grpSp>
          <p:sp>
            <p:nvSpPr>
              <p:cNvPr id="37" name="Arc 36">
                <a:extLst>
                  <a:ext uri="{FF2B5EF4-FFF2-40B4-BE49-F238E27FC236}">
                    <a16:creationId xmlns:a16="http://schemas.microsoft.com/office/drawing/2014/main" id="{BDC6316C-21C4-B400-791A-A9E47A0172A3}"/>
                  </a:ext>
                </a:extLst>
              </p:cNvPr>
              <p:cNvSpPr/>
              <p:nvPr/>
            </p:nvSpPr>
            <p:spPr>
              <a:xfrm>
                <a:off x="3415731" y="1394711"/>
                <a:ext cx="3307748" cy="3307742"/>
              </a:xfrm>
              <a:prstGeom prst="arc">
                <a:avLst>
                  <a:gd name="adj1" fmla="val 11536500"/>
                  <a:gd name="adj2" fmla="val 15617552"/>
                </a:avLst>
              </a:prstGeom>
              <a:ln w="381000"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38" name="Arc 37">
                <a:extLst>
                  <a:ext uri="{FF2B5EF4-FFF2-40B4-BE49-F238E27FC236}">
                    <a16:creationId xmlns:a16="http://schemas.microsoft.com/office/drawing/2014/main" id="{083A507F-E470-40D8-9563-EF829EF660FB}"/>
                  </a:ext>
                </a:extLst>
              </p:cNvPr>
              <p:cNvSpPr/>
              <p:nvPr/>
            </p:nvSpPr>
            <p:spPr>
              <a:xfrm>
                <a:off x="3415731" y="1402015"/>
                <a:ext cx="3307748" cy="3307742"/>
              </a:xfrm>
              <a:prstGeom prst="arc">
                <a:avLst>
                  <a:gd name="adj1" fmla="val 6030211"/>
                  <a:gd name="adj2" fmla="val 10160092"/>
                </a:avLst>
              </a:prstGeom>
              <a:ln w="381000"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E2466D4-1415-E292-5405-3048D5F9679A}"/>
              </a:ext>
            </a:extLst>
          </p:cNvPr>
          <p:cNvGrpSpPr/>
          <p:nvPr/>
        </p:nvGrpSpPr>
        <p:grpSpPr>
          <a:xfrm>
            <a:off x="5713731" y="787174"/>
            <a:ext cx="4525702" cy="4525702"/>
            <a:chOff x="5713731" y="787174"/>
            <a:chExt cx="4525702" cy="4525702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7EE36C1C-E108-27F8-7495-D85A61DDE7CB}"/>
                </a:ext>
              </a:extLst>
            </p:cNvPr>
            <p:cNvSpPr/>
            <p:nvPr/>
          </p:nvSpPr>
          <p:spPr>
            <a:xfrm>
              <a:off x="5713731" y="787174"/>
              <a:ext cx="4525702" cy="452570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D18395E-5B6E-86F3-1CB8-C21766D46F41}"/>
                </a:ext>
              </a:extLst>
            </p:cNvPr>
            <p:cNvSpPr/>
            <p:nvPr/>
          </p:nvSpPr>
          <p:spPr>
            <a:xfrm>
              <a:off x="5829478" y="908782"/>
              <a:ext cx="4294208" cy="429420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53C7332-3843-1242-8AC0-D92DCB87D931}"/>
                </a:ext>
              </a:extLst>
            </p:cNvPr>
            <p:cNvGrpSpPr/>
            <p:nvPr/>
          </p:nvGrpSpPr>
          <p:grpSpPr>
            <a:xfrm>
              <a:off x="6193850" y="1275067"/>
              <a:ext cx="3565463" cy="3547029"/>
              <a:chOff x="3276930" y="1275692"/>
              <a:chExt cx="3565463" cy="3547029"/>
            </a:xfrm>
          </p:grpSpPr>
          <p:sp>
            <p:nvSpPr>
              <p:cNvPr id="9" name="Triangle 8">
                <a:extLst>
                  <a:ext uri="{FF2B5EF4-FFF2-40B4-BE49-F238E27FC236}">
                    <a16:creationId xmlns:a16="http://schemas.microsoft.com/office/drawing/2014/main" id="{45104217-2127-F850-A29E-497054D8979A}"/>
                  </a:ext>
                </a:extLst>
              </p:cNvPr>
              <p:cNvSpPr/>
              <p:nvPr/>
            </p:nvSpPr>
            <p:spPr>
              <a:xfrm rot="7413782" flipH="1">
                <a:off x="5520899" y="3042189"/>
                <a:ext cx="229819" cy="817032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00339B9-5E37-A66B-BC7D-38BC12A6D79D}"/>
                  </a:ext>
                </a:extLst>
              </p:cNvPr>
              <p:cNvGrpSpPr/>
              <p:nvPr/>
            </p:nvGrpSpPr>
            <p:grpSpPr>
              <a:xfrm>
                <a:off x="3276930" y="1275692"/>
                <a:ext cx="3565463" cy="3547029"/>
                <a:chOff x="3276930" y="1275692"/>
                <a:chExt cx="3565463" cy="3547029"/>
              </a:xfrm>
            </p:grpSpPr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543DAF1E-0BA9-89CF-D397-D836759535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68163" y="1275692"/>
                  <a:ext cx="0" cy="607346"/>
                </a:xfrm>
                <a:prstGeom prst="line">
                  <a:avLst/>
                </a:prstGeom>
                <a:ln w="127000">
                  <a:solidFill>
                    <a:srgbClr val="FFC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" name="Arc 11">
                  <a:extLst>
                    <a:ext uri="{FF2B5EF4-FFF2-40B4-BE49-F238E27FC236}">
                      <a16:creationId xmlns:a16="http://schemas.microsoft.com/office/drawing/2014/main" id="{586471D1-882A-4B30-53AB-F93ABFB697D0}"/>
                    </a:ext>
                  </a:extLst>
                </p:cNvPr>
                <p:cNvSpPr/>
                <p:nvPr/>
              </p:nvSpPr>
              <p:spPr>
                <a:xfrm>
                  <a:off x="3415731" y="1394713"/>
                  <a:ext cx="3307747" cy="3307743"/>
                </a:xfrm>
                <a:prstGeom prst="arc">
                  <a:avLst>
                    <a:gd name="adj1" fmla="val 19532836"/>
                    <a:gd name="adj2" fmla="val 21292385"/>
                  </a:avLst>
                </a:prstGeom>
                <a:ln w="190500">
                  <a:headEnd type="triangle" w="sm" len="sm"/>
                  <a:tailEnd type="none" w="med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CN"/>
                </a:p>
              </p:txBody>
            </p:sp>
            <p:sp>
              <p:nvSpPr>
                <p:cNvPr id="13" name="Arc 12">
                  <a:extLst>
                    <a:ext uri="{FF2B5EF4-FFF2-40B4-BE49-F238E27FC236}">
                      <a16:creationId xmlns:a16="http://schemas.microsoft.com/office/drawing/2014/main" id="{5056B3CB-4306-396F-E85D-1605978C584B}"/>
                    </a:ext>
                  </a:extLst>
                </p:cNvPr>
                <p:cNvSpPr/>
                <p:nvPr/>
              </p:nvSpPr>
              <p:spPr>
                <a:xfrm>
                  <a:off x="3415731" y="1394713"/>
                  <a:ext cx="3307747" cy="3307743"/>
                </a:xfrm>
                <a:prstGeom prst="arc">
                  <a:avLst>
                    <a:gd name="adj1" fmla="val 16519288"/>
                    <a:gd name="adj2" fmla="val 19431110"/>
                  </a:avLst>
                </a:prstGeom>
                <a:ln w="190500">
                  <a:prstDash val="sysDot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CN"/>
                </a:p>
              </p:txBody>
            </p: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21419138-2E7D-9A47-ACE8-8DE32899C0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3580603" y="2746353"/>
                  <a:ext cx="0" cy="607346"/>
                </a:xfrm>
                <a:prstGeom prst="line">
                  <a:avLst/>
                </a:prstGeom>
                <a:ln w="127000">
                  <a:solidFill>
                    <a:srgbClr val="FFC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35023D77-2709-258D-AD8F-A648E719B0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6538720" y="2746353"/>
                  <a:ext cx="0" cy="607346"/>
                </a:xfrm>
                <a:prstGeom prst="line">
                  <a:avLst/>
                </a:prstGeom>
                <a:ln w="127000">
                  <a:solidFill>
                    <a:srgbClr val="FFC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CA48A15B-375D-5C2A-1442-98D8959FC7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68161" y="4215375"/>
                  <a:ext cx="0" cy="607346"/>
                </a:xfrm>
                <a:prstGeom prst="line">
                  <a:avLst/>
                </a:prstGeom>
                <a:ln w="127000">
                  <a:solidFill>
                    <a:srgbClr val="FFC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4636555A-0B34-F796-6476-802F463B1940}"/>
                    </a:ext>
                  </a:extLst>
                </p:cNvPr>
                <p:cNvGrpSpPr/>
                <p:nvPr/>
              </p:nvGrpSpPr>
              <p:grpSpPr>
                <a:xfrm>
                  <a:off x="4821412" y="1952496"/>
                  <a:ext cx="496756" cy="1344478"/>
                  <a:chOff x="4762120" y="2642761"/>
                  <a:chExt cx="176872" cy="478703"/>
                </a:xfrm>
              </p:grpSpPr>
              <p:sp>
                <p:nvSpPr>
                  <p:cNvPr id="33" name="Triangle 32">
                    <a:extLst>
                      <a:ext uri="{FF2B5EF4-FFF2-40B4-BE49-F238E27FC236}">
                        <a16:creationId xmlns:a16="http://schemas.microsoft.com/office/drawing/2014/main" id="{78AF4D11-5BF8-8158-501D-00ACA70081D5}"/>
                      </a:ext>
                    </a:extLst>
                  </p:cNvPr>
                  <p:cNvSpPr/>
                  <p:nvPr/>
                </p:nvSpPr>
                <p:spPr>
                  <a:xfrm flipH="1">
                    <a:off x="4809993" y="2642761"/>
                    <a:ext cx="81828" cy="290905"/>
                  </a:xfrm>
                  <a:prstGeom prst="triangl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N"/>
                  </a:p>
                </p:txBody>
              </p:sp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69A96C96-AB98-66A8-3F4A-9D3986D9C9A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V="1">
                    <a:off x="4762120" y="2944592"/>
                    <a:ext cx="176872" cy="176872"/>
                  </a:xfrm>
                  <a:prstGeom prst="ellipse">
                    <a:avLst/>
                  </a:prstGeom>
                  <a:noFill/>
                  <a:ln w="25400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N"/>
                  </a:p>
                </p:txBody>
              </p:sp>
            </p:grpSp>
            <p:sp>
              <p:nvSpPr>
                <p:cNvPr id="21" name="Arc 20">
                  <a:extLst>
                    <a:ext uri="{FF2B5EF4-FFF2-40B4-BE49-F238E27FC236}">
                      <a16:creationId xmlns:a16="http://schemas.microsoft.com/office/drawing/2014/main" id="{7B1BECA1-97FF-C87A-3393-73BEBAF7BCC2}"/>
                    </a:ext>
                  </a:extLst>
                </p:cNvPr>
                <p:cNvSpPr/>
                <p:nvPr/>
              </p:nvSpPr>
              <p:spPr>
                <a:xfrm>
                  <a:off x="3415730" y="1402015"/>
                  <a:ext cx="3307748" cy="3307742"/>
                </a:xfrm>
                <a:prstGeom prst="arc">
                  <a:avLst>
                    <a:gd name="adj1" fmla="val 338305"/>
                    <a:gd name="adj2" fmla="val 5061783"/>
                  </a:avLst>
                </a:prstGeom>
                <a:ln w="190500"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CN"/>
                </a:p>
              </p:txBody>
            </p:sp>
            <p:sp>
              <p:nvSpPr>
                <p:cNvPr id="22" name="Arc 21">
                  <a:extLst>
                    <a:ext uri="{FF2B5EF4-FFF2-40B4-BE49-F238E27FC236}">
                      <a16:creationId xmlns:a16="http://schemas.microsoft.com/office/drawing/2014/main" id="{8BE54367-0645-D10B-BAF4-3369EBF9F96C}"/>
                    </a:ext>
                  </a:extLst>
                </p:cNvPr>
                <p:cNvSpPr/>
                <p:nvPr/>
              </p:nvSpPr>
              <p:spPr>
                <a:xfrm>
                  <a:off x="3415731" y="1394711"/>
                  <a:ext cx="3307748" cy="3307742"/>
                </a:xfrm>
                <a:prstGeom prst="arc">
                  <a:avLst>
                    <a:gd name="adj1" fmla="val 11166444"/>
                    <a:gd name="adj2" fmla="val 15847559"/>
                  </a:avLst>
                </a:prstGeom>
                <a:ln w="190500"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CN"/>
                </a:p>
              </p:txBody>
            </p:sp>
            <p:sp>
              <p:nvSpPr>
                <p:cNvPr id="24" name="Arc 23">
                  <a:extLst>
                    <a:ext uri="{FF2B5EF4-FFF2-40B4-BE49-F238E27FC236}">
                      <a16:creationId xmlns:a16="http://schemas.microsoft.com/office/drawing/2014/main" id="{BFE1FC04-9826-E1B4-CCFC-D06F608208FA}"/>
                    </a:ext>
                  </a:extLst>
                </p:cNvPr>
                <p:cNvSpPr/>
                <p:nvPr/>
              </p:nvSpPr>
              <p:spPr>
                <a:xfrm>
                  <a:off x="3415731" y="1402015"/>
                  <a:ext cx="3307748" cy="3307742"/>
                </a:xfrm>
                <a:prstGeom prst="arc">
                  <a:avLst>
                    <a:gd name="adj1" fmla="val 5749977"/>
                    <a:gd name="adj2" fmla="val 10473021"/>
                  </a:avLst>
                </a:prstGeom>
                <a:ln w="190500"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CN"/>
                </a:p>
              </p:txBody>
            </p:sp>
            <p:sp>
              <p:nvSpPr>
                <p:cNvPr id="25" name="Arc 24">
                  <a:extLst>
                    <a:ext uri="{FF2B5EF4-FFF2-40B4-BE49-F238E27FC236}">
                      <a16:creationId xmlns:a16="http://schemas.microsoft.com/office/drawing/2014/main" id="{DA3A8A14-9420-413B-4784-AF1582FC09B2}"/>
                    </a:ext>
                  </a:extLst>
                </p:cNvPr>
                <p:cNvSpPr/>
                <p:nvPr/>
              </p:nvSpPr>
              <p:spPr>
                <a:xfrm>
                  <a:off x="3812866" y="1782389"/>
                  <a:ext cx="2511734" cy="2511728"/>
                </a:xfrm>
                <a:prstGeom prst="arc">
                  <a:avLst>
                    <a:gd name="adj1" fmla="val 16596530"/>
                    <a:gd name="adj2" fmla="val 21245922"/>
                  </a:avLst>
                </a:prstGeom>
                <a:ln w="254000">
                  <a:prstDash val="soli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CN"/>
                </a:p>
              </p:txBody>
            </p:sp>
            <p:sp>
              <p:nvSpPr>
                <p:cNvPr id="29" name="Arc 28">
                  <a:extLst>
                    <a:ext uri="{FF2B5EF4-FFF2-40B4-BE49-F238E27FC236}">
                      <a16:creationId xmlns:a16="http://schemas.microsoft.com/office/drawing/2014/main" id="{BD129EF8-FBC0-F9F9-938E-45397216D8F6}"/>
                    </a:ext>
                  </a:extLst>
                </p:cNvPr>
                <p:cNvSpPr/>
                <p:nvPr/>
              </p:nvSpPr>
              <p:spPr>
                <a:xfrm>
                  <a:off x="3812866" y="1789691"/>
                  <a:ext cx="2511734" cy="2511728"/>
                </a:xfrm>
                <a:prstGeom prst="arc">
                  <a:avLst>
                    <a:gd name="adj1" fmla="val 446138"/>
                    <a:gd name="adj2" fmla="val 4994059"/>
                  </a:avLst>
                </a:prstGeom>
                <a:ln w="254000"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CN"/>
                </a:p>
              </p:txBody>
            </p:sp>
            <p:sp>
              <p:nvSpPr>
                <p:cNvPr id="30" name="Arc 29">
                  <a:extLst>
                    <a:ext uri="{FF2B5EF4-FFF2-40B4-BE49-F238E27FC236}">
                      <a16:creationId xmlns:a16="http://schemas.microsoft.com/office/drawing/2014/main" id="{3C83CA3F-CCA4-1A83-C96D-F449BE62BC21}"/>
                    </a:ext>
                  </a:extLst>
                </p:cNvPr>
                <p:cNvSpPr/>
                <p:nvPr/>
              </p:nvSpPr>
              <p:spPr>
                <a:xfrm>
                  <a:off x="3812867" y="1782387"/>
                  <a:ext cx="2511734" cy="2511728"/>
                </a:xfrm>
                <a:prstGeom prst="arc">
                  <a:avLst>
                    <a:gd name="adj1" fmla="val 11203751"/>
                    <a:gd name="adj2" fmla="val 15752589"/>
                  </a:avLst>
                </a:prstGeom>
                <a:ln w="254000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CN"/>
                </a:p>
              </p:txBody>
            </p:sp>
            <p:sp>
              <p:nvSpPr>
                <p:cNvPr id="31" name="Arc 30">
                  <a:extLst>
                    <a:ext uri="{FF2B5EF4-FFF2-40B4-BE49-F238E27FC236}">
                      <a16:creationId xmlns:a16="http://schemas.microsoft.com/office/drawing/2014/main" id="{DB6DE290-4969-A38C-778A-F7A9BE4DD670}"/>
                    </a:ext>
                  </a:extLst>
                </p:cNvPr>
                <p:cNvSpPr/>
                <p:nvPr/>
              </p:nvSpPr>
              <p:spPr>
                <a:xfrm>
                  <a:off x="3812867" y="1789691"/>
                  <a:ext cx="2511734" cy="2511728"/>
                </a:xfrm>
                <a:prstGeom prst="arc">
                  <a:avLst>
                    <a:gd name="adj1" fmla="val 5812141"/>
                    <a:gd name="adj2" fmla="val 10342677"/>
                  </a:avLst>
                </a:prstGeom>
                <a:ln w="254000"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CN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131354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xuzzhan</dc:creator>
  <cp:lastModifiedBy>xuzzhan</cp:lastModifiedBy>
  <cp:revision>2</cp:revision>
  <dcterms:created xsi:type="dcterms:W3CDTF">2026-03-20T06:33:36Z</dcterms:created>
  <dcterms:modified xsi:type="dcterms:W3CDTF">2026-03-20T09:25:42Z</dcterms:modified>
</cp:coreProperties>
</file>